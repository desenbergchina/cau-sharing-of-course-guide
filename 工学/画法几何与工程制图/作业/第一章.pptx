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693400" cy="7562850"/>
  <p:notesSz cx="10693400" cy="75628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81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图片 362">
            <a:extLst>
              <a:ext uri="{FF2B5EF4-FFF2-40B4-BE49-F238E27FC236}">
                <a16:creationId xmlns:a16="http://schemas.microsoft.com/office/drawing/2014/main" id="{BF97A850-1C97-8E29-CC6E-B40A78E28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0693398" cy="7527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第二版习题(前6章）2022.10.2-模型</dc:title>
  <dc:subject>Undefine</dc:subject>
  <dc:creator>ZWSOFT</dc:creator>
  <cp:keywords>None</cp:keywords>
  <cp:lastModifiedBy>MARK JONE</cp:lastModifiedBy>
  <cp:revision>1</cp:revision>
  <dcterms:created xsi:type="dcterms:W3CDTF">2022-10-05T08:29:51Z</dcterms:created>
  <dcterms:modified xsi:type="dcterms:W3CDTF">2022-10-11T02:48:51Z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ZWCAD</vt:lpwstr>
  </property>
  <property fmtid="{D5CDD505-2E9C-101B-9397-08002B2CF9AE}" pid="4" name="LastSaved">
    <vt:filetime>2022-10-03T00:00:00Z</vt:filetime>
  </property>
</Properties>
</file>