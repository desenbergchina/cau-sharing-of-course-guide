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77223-8538-1AC0-C0B1-38CF8EDC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E304BF-C6FD-868C-0C9F-E21586543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293E8-1D81-F63B-A0CB-51343545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1D9ECB-AE45-092D-E89C-4B65893C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51A5B-9F6C-D4A0-9737-E3D05718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5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CE463-8AEB-EC36-627C-BF7C3104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61DF00-AC09-4B56-640A-5D0AD2791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7F0A50-B0CE-8A59-EF20-24B80B58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BDD39-9E68-653D-D2E4-7AA07F7E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E4AB5-F3F8-6791-9138-2996F9A4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27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84DF4-A649-10AF-DFF2-FC655301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176640-1C6F-1D93-D956-733AA4EF5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E0CDB-E7D8-6FA9-3E2A-26593F2B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39368-7AE6-8A09-812F-F6F33161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5D57A-8F0A-DEC1-DE3A-CA8CCA40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87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F1164-0A58-9C50-1DBB-6E6CD38C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3E061-DC71-E671-1143-F490EEBAA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032DB-B21D-4000-F789-BD6FF6387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012B60-4FA1-6D22-CFD4-C9A0FB18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BAD86D-AF2B-79AA-3A69-ED6FCF84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92BCAC-AF9A-5579-FCDF-31AB5DEE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97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BA782-6870-6C40-F5F8-9906F3729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7F5378-4D5B-02E2-29BA-B95C465FE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20CADF-F6E6-E069-D774-466E878BD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4382C8-1F76-F5AB-C989-13618E557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1A40AF-E836-A09D-BA81-E4A59A48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01BBA8-C6A2-16AE-952A-E9EEFC62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8203EC-F941-D876-7580-14471B13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079A71-B404-8F6E-AC5F-7F29EAD0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60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BB6C3-4B66-DED3-A08D-FAD3B2D0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405962-2F8F-4BE1-582F-2033A67C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106A45-A4DD-F978-466E-3C99DEA4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17A182-6B52-6206-BA25-C3F09178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08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DC47B0-6F61-C070-EF84-6315805D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FC46F9-5908-D208-968D-ADB758FE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E53506-4FD8-1AD4-27D8-F7E0FFA1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9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7C6FC-64AF-B8DA-D716-6A6301DE6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384BA-3148-FC7D-06C6-D9C5ECC5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9B6DF7-4AE4-A32D-54AC-4029E5F8C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6C47A8-69C0-799F-F521-754C3A21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72EA5A-ADD8-D7FC-395F-951BB1C7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EF2FA4-DDBD-08BA-6C2E-92045613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82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07169-A225-4776-869B-52D85505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17AC0E-BEAD-AF18-100F-BA386A1B3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E3F95-115F-88BB-6C87-BFB73A74C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DCB85F-5BD3-2BB3-FD6B-8BE62D86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68AA7D-C3B0-A257-1912-D61247D4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C3A60E-EDA5-FC17-C666-99FAE409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31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3D7F1-D5AD-A1DF-743F-7AFB91EA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B7472B-5366-1F97-0B06-10A1E2693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8CD10D-D8CD-02E6-2C7B-B3879E46A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9CEE44-47DD-22E8-8508-896EBED0A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9F9F1A-0D05-003E-8C39-A7A155B9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1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3E3555-0C72-D420-4CB2-A3368D356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2966D9-90A8-B362-4493-8E18BD569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0F73E-3097-6B47-9C59-E31E978D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DA4A61-122D-BF96-7C0F-8840858F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1C943B-65B1-4200-2BC1-32B0F5C8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99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840642-BA04-999C-A6C5-53815E3F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E25DC1-73AD-A5E3-AEC0-2301202A8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15CB51-CBCF-6162-D526-2C63B726A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83C5D-7F08-4E05-8649-7B2441B51C57}" type="datetimeFigureOut">
              <a:rPr lang="zh-CN" altLang="en-US" smtClean="0"/>
              <a:t>2023/12/21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742AB2-1BCD-BBE0-F403-F572C18B9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D47F79-F5F1-92E2-BDC7-7F1E758E8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8015-65D4-476D-81B4-BB8E2D8CD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78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5E3B7-56D4-7AD6-0ADE-89290E3E9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4FB4BC-E556-704A-8969-4F5047730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7CE4AC-CC9C-2F2E-DF4F-61F43E395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9" y="0"/>
            <a:ext cx="9364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26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84BC7-D182-DB31-DD4D-9AAD0091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265A8-77CF-C04D-2FAF-850046F7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6785FA-F148-DBD2-3D4B-88765A188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55" y="0"/>
            <a:ext cx="9337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1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09DBE-58AF-0380-1E0E-1D9154C7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5C98F-779E-C9E9-093E-BA70E20DD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22FD67-9C1E-845C-2DD8-F72930C5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17" y="0"/>
            <a:ext cx="9301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9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A980A-F277-893E-A67D-4A6B1D59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0B0632-0628-149A-9A7F-C7422DD73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34723F-E01A-D9EF-120B-7531BEAA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446" y="0"/>
            <a:ext cx="9315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9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E05A8-45B3-C65C-FAF8-DB554F94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566864-7F77-B27A-9730-8F53C992F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D196F9-7C35-2167-793E-534DF21B1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21" y="0"/>
            <a:ext cx="9381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7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77F96-271B-0FD7-FB26-37AD97A3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4600FC-41E8-2DB0-8F5E-3371D96E6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33FC0A-DD5A-0BDE-9F06-1C92C00C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356" y="0"/>
            <a:ext cx="9289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09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吉宝 施</dc:creator>
  <cp:lastModifiedBy>吉宝 施</cp:lastModifiedBy>
  <cp:revision>1</cp:revision>
  <dcterms:created xsi:type="dcterms:W3CDTF">2023-12-21T12:34:51Z</dcterms:created>
  <dcterms:modified xsi:type="dcterms:W3CDTF">2023-12-21T12:37:29Z</dcterms:modified>
</cp:coreProperties>
</file>