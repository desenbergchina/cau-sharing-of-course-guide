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672" r:id="rId3"/>
  </p:sldMasterIdLst>
  <p:notesMasterIdLst>
    <p:notesMasterId r:id="rId7"/>
  </p:notesMasterIdLst>
  <p:handoutMasterIdLst>
    <p:handoutMasterId r:id="rId8"/>
  </p:handoutMasterIdLst>
  <p:sldIdLst>
    <p:sldId id="256" r:id="rId4"/>
    <p:sldId id="260" r:id="rId5"/>
    <p:sldId id="259" r:id="rId6"/>
  </p:sldIdLst>
  <p:sldSz cx="10693400" cy="7562850"/>
  <p:notesSz cx="10693400" cy="75628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2" autoAdjust="0"/>
    <p:restoredTop sz="94660"/>
  </p:normalViewPr>
  <p:slideViewPr>
    <p:cSldViewPr>
      <p:cViewPr varScale="1">
        <p:scale>
          <a:sx n="10" d="100"/>
          <a:sy n="10" d="100"/>
        </p:scale>
        <p:origin x="-66" y="6"/>
      </p:cViewPr>
      <p:guideLst>
        <p:guide orient="horz" pos="2880"/>
        <p:guide pos="21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05" d="100"/>
          <a:sy n="105" d="100"/>
        </p:scale>
        <p:origin x="139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5535B57-EBC4-0DFE-12BB-98306FC180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701CE4-5DF3-C4E3-2A23-375A2BD925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41829-DCCD-4810-A444-AFAAB5316776}" type="datetimeFigureOut">
              <a:rPr lang="zh-CN" altLang="en-US" smtClean="0"/>
              <a:t>2022/10/11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F6EAA6-3290-301F-FF56-596A117D77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17E03A-00C9-6372-AB07-2EF662CB13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886D7-08C9-4DF7-9C2D-6DA8BD762B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01202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6982A-1CA7-4CA8-9631-2FE83C079BDF}" type="datetimeFigureOut">
              <a:rPr lang="zh-CN" altLang="en-US" smtClean="0"/>
              <a:t>2022/10/11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4562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6C461-EBEF-46FA-9C37-B40BDFBA66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18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15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91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021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9731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95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6882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5161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1498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1581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22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40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图片 429">
            <a:extLst>
              <a:ext uri="{FF2B5EF4-FFF2-40B4-BE49-F238E27FC236}">
                <a16:creationId xmlns:a16="http://schemas.microsoft.com/office/drawing/2014/main" id="{C37FDB80-43B1-1AB7-49F0-9E14BBA7E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74" y="0"/>
            <a:ext cx="10709174" cy="7551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图片 317">
            <a:extLst>
              <a:ext uri="{FF2B5EF4-FFF2-40B4-BE49-F238E27FC236}">
                <a16:creationId xmlns:a16="http://schemas.microsoft.com/office/drawing/2014/main" id="{D34817A0-F7CB-C6DA-3551-34DA604D3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85"/>
            <a:ext cx="10693400" cy="75892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图片 459">
            <a:extLst>
              <a:ext uri="{FF2B5EF4-FFF2-40B4-BE49-F238E27FC236}">
                <a16:creationId xmlns:a16="http://schemas.microsoft.com/office/drawing/2014/main" id="{05A0291F-115E-04FD-6189-61700FD5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705"/>
            <a:ext cx="10693399" cy="75842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Calibri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第二版习题(前6章）2022.10.2-模型</dc:title>
  <dc:subject>Undefine</dc:subject>
  <dc:creator>ZWSOFT</dc:creator>
  <cp:keywords>None</cp:keywords>
  <cp:lastModifiedBy>MARK JONE</cp:lastModifiedBy>
  <cp:revision>3</cp:revision>
  <dcterms:created xsi:type="dcterms:W3CDTF">2022-10-05T08:30:50Z</dcterms:created>
  <dcterms:modified xsi:type="dcterms:W3CDTF">2022-10-11T02:52:27Z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ZWCAD</vt:lpwstr>
  </property>
  <property fmtid="{D5CDD505-2E9C-101B-9397-08002B2CF9AE}" pid="4" name="LastSaved">
    <vt:filetime>2022-10-03T00:00:00Z</vt:filetime>
  </property>
</Properties>
</file>